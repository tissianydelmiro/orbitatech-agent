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&amp; Roadmap Estratégico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ÓrbitaTech — 3º Trimestre de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interno de apoio ao agente estratégico (RAG) — Diretoria Executiva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&amp; Visão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Tornar a tecnologia acessível, entregando eletrônicos de qualidade com uma experiência de compra simples, rápida e confiável em todo o Brasil.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o e-commerce de eletrônicos mais confiável do Brasil até 2028, reconhecido pela excelência logística e pelo atendimento centrado no cliente.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— Q3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1 — Elevar a satisfação do cliente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de 58 para 70 pontos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tempo médio de resposta N1 de 6h para 4h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taxa de devolução por defeito de 3,2% para 2%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4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815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2 — Acelerar a operação logística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prazo médio de entrega em 20% nas capitais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Elevar acurácia de estoque de 96% para 99%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 retirada em loja em mais 2 cidades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6817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3 — Crescer com sustentabilidade financeira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 GMV em 18% em relação ao Q2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execução orçamentária entre 90% e 105% por área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Elevar ticket médio de R$ 480 para R$ 520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Trimestral — Produto &amp; Operações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app de rastreamento em tempo real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retirada em loja (Fortaleza)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0" y="146304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21488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37744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 de busca no site (IA)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do CD para o Sul do país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146304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0960" y="21488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237744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 em loja (SP e BH)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recompra para clientes recorrentes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sujeitas a ajuste conforme priorização do comitê de produto (revisão mensal).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Métricas-chave acompanhadas pela Diretoria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19272" y="1645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7" name="Text 5"/>
          <p:cNvSpPr/>
          <p:nvPr/>
        </p:nvSpPr>
        <p:spPr>
          <a:xfrm>
            <a:off x="3319272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R$ 9,4 mi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19272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Mensal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9904" y="1645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089904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R$ 480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89904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0536" y="16459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8860536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60536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Devolução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consolidação mensal do time de BI a partir dos sistemas de vendas, logística e atendimento.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2026-07-27T18:57:53Z</dcterms:created>
  <dcterms:modified xsi:type="dcterms:W3CDTF">2026-07-27T18:57:53Z</dcterms:modified>
</cp:coreProperties>
</file>